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4" r:id="rId3"/>
    <p:sldId id="274" r:id="rId4"/>
  </p:sldIdLst>
  <p:sldSz cx="12192000" cy="6858000"/>
  <p:notesSz cx="6858000" cy="12192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B72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97399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 smtClean="0"/>
          </a:p>
        </p:txBody>
      </p:sp>
      <p:sp>
        <p:nvSpPr>
          <p:cNvPr id="205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014419-3199-4752-866F-F9D2E6F47E74}" type="slidenum">
              <a:rPr lang="en-US" altLang="ru-RU">
                <a:latin typeface="Aptos" pitchFamily="34" charset="0"/>
              </a:rPr>
              <a:pPr eaLnBrk="1" hangingPunct="1"/>
              <a:t>1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 smtClean="0"/>
          </a:p>
        </p:txBody>
      </p:sp>
      <p:sp>
        <p:nvSpPr>
          <p:cNvPr id="410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DBB1AE-2C7F-4EF5-BF50-51F0CD8F5320}" type="slidenum">
              <a:rPr lang="en-US" altLang="ru-RU">
                <a:latin typeface="Aptos" pitchFamily="34" charset="0"/>
              </a:rPr>
              <a:pPr eaLnBrk="1" hangingPunct="1"/>
              <a:t>2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 smtClean="0"/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F8BA54-CF1E-43B7-9CAC-F8D18A271B08}" type="slidenum">
              <a:rPr lang="en-US" altLang="ru-RU">
                <a:latin typeface="Aptos" pitchFamily="34" charset="0"/>
              </a:rPr>
              <a:pPr eaLnBrk="1" hangingPunct="1"/>
              <a:t>3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86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31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>
            <a:spLocks noChangeArrowheads="1"/>
          </p:cNvSpPr>
          <p:nvPr/>
        </p:nvSpPr>
        <p:spPr bwMode="auto">
          <a:xfrm>
            <a:off x="0" y="0"/>
            <a:ext cx="182563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7" name="Text 1"/>
          <p:cNvSpPr>
            <a:spLocks noChangeArrowheads="1"/>
          </p:cNvSpPr>
          <p:nvPr/>
        </p:nvSpPr>
        <p:spPr bwMode="auto">
          <a:xfrm>
            <a:off x="0" y="227013"/>
            <a:ext cx="12192000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Бюджетное учреждение высшего образования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Ханты-Мансийского автономного округа – Югры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«Сургутский государственный университет»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Политехнический институт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Кафедра автоматизированных систем обработки информации и управления</a:t>
            </a:r>
            <a:endParaRPr lang="en-US" altLang="ru-RU" sz="1400"/>
          </a:p>
        </p:txBody>
      </p:sp>
      <p:sp>
        <p:nvSpPr>
          <p:cNvPr id="1028" name="Shape 2"/>
          <p:cNvSpPr>
            <a:spLocks noChangeShapeType="1"/>
          </p:cNvSpPr>
          <p:nvPr/>
        </p:nvSpPr>
        <p:spPr bwMode="auto">
          <a:xfrm>
            <a:off x="1965325" y="1390650"/>
            <a:ext cx="8321675" cy="0"/>
          </a:xfrm>
          <a:prstGeom prst="line">
            <a:avLst/>
          </a:prstGeom>
          <a:noFill/>
          <a:ln w="1524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Text 4"/>
          <p:cNvSpPr>
            <a:spLocks noChangeArrowheads="1"/>
          </p:cNvSpPr>
          <p:nvPr/>
        </p:nvSpPr>
        <p:spPr bwMode="auto">
          <a:xfrm>
            <a:off x="914400" y="2266950"/>
            <a:ext cx="104235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" tIns="254" rIns="254" bIns="254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Название</a:t>
            </a:r>
            <a:endParaRPr lang="en-US" altLang="ru-RU" sz="2500"/>
          </a:p>
        </p:txBody>
      </p:sp>
      <p:sp>
        <p:nvSpPr>
          <p:cNvPr id="1030" name="Shape 5"/>
          <p:cNvSpPr>
            <a:spLocks noChangeShapeType="1"/>
          </p:cNvSpPr>
          <p:nvPr/>
        </p:nvSpPr>
        <p:spPr bwMode="auto">
          <a:xfrm>
            <a:off x="4160838" y="3676650"/>
            <a:ext cx="3886200" cy="0"/>
          </a:xfrm>
          <a:prstGeom prst="line">
            <a:avLst/>
          </a:prstGeom>
          <a:noFill/>
          <a:ln w="2540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Text 6"/>
          <p:cNvSpPr>
            <a:spLocks noChangeArrowheads="1"/>
          </p:cNvSpPr>
          <p:nvPr/>
        </p:nvSpPr>
        <p:spPr bwMode="auto">
          <a:xfrm>
            <a:off x="6583363" y="4508500"/>
            <a:ext cx="556577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Выполнил:</a:t>
            </a:r>
            <a:endParaRPr lang="en-US" altLang="ru-RU" sz="1600"/>
          </a:p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Группа: </a:t>
            </a:r>
            <a:endParaRPr lang="en-US" altLang="ru-RU" sz="1600"/>
          </a:p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Научный руководитель:</a:t>
            </a:r>
            <a:endParaRPr lang="en-US" altLang="ru-RU" sz="1600"/>
          </a:p>
        </p:txBody>
      </p:sp>
      <p:sp>
        <p:nvSpPr>
          <p:cNvPr id="1032" name="Text 7"/>
          <p:cNvSpPr>
            <a:spLocks noChangeArrowheads="1"/>
          </p:cNvSpPr>
          <p:nvPr/>
        </p:nvSpPr>
        <p:spPr bwMode="auto">
          <a:xfrm>
            <a:off x="914400" y="6235700"/>
            <a:ext cx="98758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ru-RU" sz="1200">
                <a:solidFill>
                  <a:srgbClr val="0B3F4C"/>
                </a:solidFill>
                <a:cs typeface="Arial" panose="020B0604020202020204" pitchFamily="34" charset="0"/>
              </a:rPr>
              <a:t>2026</a:t>
            </a:r>
            <a:endParaRPr lang="en-US" altLang="ru-RU" sz="1200"/>
          </a:p>
        </p:txBody>
      </p:sp>
      <p:sp>
        <p:nvSpPr>
          <p:cNvPr id="1033" name="Text 8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endParaRPr lang="en-US" altLang="ru-RU" sz="800"/>
          </a:p>
        </p:txBody>
      </p:sp>
      <p:pic>
        <p:nvPicPr>
          <p:cNvPr id="1034" name="Рисунок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438" y="31750"/>
            <a:ext cx="11017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5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3076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Text 3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09</a:t>
            </a:r>
            <a:endParaRPr lang="en-US" altLang="ru-RU" sz="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0"/>
          <p:cNvSpPr>
            <a:spLocks noChangeArrowheads="1"/>
          </p:cNvSpPr>
          <p:nvPr/>
        </p:nvSpPr>
        <p:spPr bwMode="auto">
          <a:xfrm>
            <a:off x="0" y="0"/>
            <a:ext cx="3657600" cy="6858000"/>
          </a:xfrm>
          <a:prstGeom prst="rect">
            <a:avLst/>
          </a:prstGeom>
          <a:solidFill>
            <a:srgbClr val="0B3F4C"/>
          </a:solidFill>
          <a:ln w="12700">
            <a:solidFill>
              <a:srgbClr val="0B3F4C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123" name="Text 1"/>
          <p:cNvSpPr>
            <a:spLocks noChangeArrowheads="1"/>
          </p:cNvSpPr>
          <p:nvPr/>
        </p:nvSpPr>
        <p:spPr bwMode="auto">
          <a:xfrm>
            <a:off x="593725" y="2487613"/>
            <a:ext cx="2560638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500" b="1">
                <a:solidFill>
                  <a:srgbClr val="FFFFFF"/>
                </a:solidFill>
                <a:cs typeface="Arial" panose="020B0604020202020204" pitchFamily="34" charset="0"/>
              </a:rPr>
              <a:t>СПАСИБО</a:t>
            </a:r>
            <a:endParaRPr lang="en-US" altLang="ru-RU" sz="2500"/>
          </a:p>
          <a:p>
            <a:pPr eaLnBrk="1" hangingPunct="1"/>
            <a:r>
              <a:rPr lang="en-US" altLang="ru-RU" sz="2500" b="1">
                <a:solidFill>
                  <a:srgbClr val="FFFFFF"/>
                </a:solidFill>
                <a:cs typeface="Arial" panose="020B0604020202020204" pitchFamily="34" charset="0"/>
              </a:rPr>
              <a:t>ЗА ВНИМАНИЕ</a:t>
            </a:r>
            <a:endParaRPr lang="en-US" altLang="ru-RU" sz="2500"/>
          </a:p>
        </p:txBody>
      </p:sp>
      <p:sp>
        <p:nvSpPr>
          <p:cNvPr id="5124" name="Text 4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19</a:t>
            </a:r>
            <a:endParaRPr lang="en-US" altLang="ru-RU" sz="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Aptos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2026-06-22T20:48:44Z</dcterms:created>
  <dcterms:modified xsi:type="dcterms:W3CDTF">2026-06-30T14:53:49Z</dcterms:modified>
</cp:coreProperties>
</file>